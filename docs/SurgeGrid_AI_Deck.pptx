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we built a tool a control room can trust because nothing on screen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not missing plans. It is finding and applying them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differentiator: trust. A wrong invented trip level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them in that order: live grid, replay and exposure, AI Directive, responders.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is the last step and cannot change the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checked our satellite rain station by station against IMD's own gauges (18 gauges matched by exact name, coordinates from the Tamil Nadu gauge list; 7, 16 and 10 stations on 3, 4 and 5 Dec). The gauges are drawn on the map as squares beside the satellite cell's value, and we do not scale the satellite up: what you see is what NASA measured. Everything replayed is real rain and wind. Judges reward the honest comparison with IMD's gauges.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AI work, with a safety design judges can inspect in gemini-proxy/ and geminiSopService.ts.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a quote and its page number: 'this is the plan's own text'. Steps: live (weather pill, reservoir pill, outage notices, health grade); replay and time moving; AI Directive and official flood maps; one low-lying substation; relief-centre popup and section office; a substation inside no flood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strengths: real data, quoted plans, and the control room's next action one tap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Chennai as the first city, and the method as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proof of engineering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live URL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291840"/>
            <a:ext cx="4023360" cy="4023360"/>
          </a:xfrm>
          <a:prstGeom prst="ellipse">
            <a:avLst/>
          </a:prstGeom>
          <a:solidFill>
            <a:srgbClr val="12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w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HACKATHON  ·  BUILD WITH AI: CODE FOR COMMUNITIES  ·  TRACK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0" i="0">
                <a:solidFill>
                  <a:srgbClr val="F1F5F9"/>
                </a:solidFill>
                <a:latin typeface="Segoe UI Semibold"/>
              </a:rPr>
              <a:t>SurgeGrid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plan says, </a:t>
            </a:r>
            <a:r>
              <a:rPr sz="3200" b="0" i="0">
                <a:solidFill>
                  <a:srgbClr val="2DD4BF"/>
                </a:solidFill>
                <a:latin typeface="Segoe UI Semibold"/>
              </a:rPr>
              <a:t>at the substation, at the right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Segoe UI"/>
              </a:rPr>
              <a:t>Chennai's power grid and flood console. Live grid, real rain, official maps, quoted plans.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DD4BF"/>
                </a:solidFill>
                <a:latin typeface="Segoe UI Semibold"/>
              </a:rPr>
              <a:t>surgegrid.web.app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exist. Finding the right line in time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2DD4BF"/>
                </a:solidFill>
                <a:latin typeface="Segoe UI Semibold"/>
              </a:rPr>
              <a:t>2.0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Chennai averages "barely 2.0 m above mean sea level".
GCC City Disaster Management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6 ft ·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2015 floods: water up to 6 feet in substations, and 41 substations kept off.
TANGEDCO Disaster Management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Vardah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2016 cyclone: supply cut in many parts; fallen trees delayed restoration.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303520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A control room has minutes, not hours, to find the right line for the right substation, and the right person to call.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never give a number that forces a shut-off. So we don't invent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F1F5F9"/>
                </a:solidFill>
                <a:latin typeface="Segoe UI Semibold"/>
              </a:rPr>
              <a:t>Official plans: supply may be switched off </a:t>
            </a:r>
            <a:r>
              <a:rPr sz="2400" b="0" i="0">
                <a:solidFill>
                  <a:srgbClr val="2DD4BF"/>
                </a:solidFill>
                <a:latin typeface="Segoe UI Semibold"/>
              </a:rPr>
              <a:t>"if required"</a:t>
            </a:r>
            <a:r>
              <a:rPr sz="2400" b="0" i="0">
                <a:solidFill>
                  <a:srgbClr val="F1F5F9"/>
                </a:solidFill>
                <a:latin typeface="Segoe UI Semibold"/>
              </a:rPr>
              <a:t>. No wind speed or flood depth is given.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6732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Many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Invent thresholds and present them as rules.
A control room cannot tell which numbers are official.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6732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SurgeGrid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checked four plans and removed every rule they do not contain.
The screen shows an operator decision, backed by the exact quote.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WHAT SURGEGRID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Four things, in the order a control room needs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1  Live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286 substations, 352 section offices and 2,678 feeders, with live outage notices, health grades, weather and reservoir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2  Replay and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Cyclone Michaung in five steps, rain by area, official flood maps, and an exposed-now list at each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7024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  AI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official actions for this hour, each a quote with plan and page, and the substations they apply 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024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4  Responder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Relief centres with directions and officer contacts, a backup substation, the nearest sewerage pumping station, and one-tap call and email.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data in. Rules choose. Quotes speak. Gemini adds one note.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NASA IMERG rain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ERA5-Land wind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SRTM terrain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OpenCity flood maps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TNEB grid, live outage notices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CMWSSB, TNGIS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011680"/>
            <a:ext cx="2011680" cy="82296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Phase from the data:
watch, impact,
restoration.
Pick the substations.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011680"/>
            <a:ext cx="201168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37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 for word,
with plan and page,
from four official
plans.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2011680"/>
            <a:ext cx="2011680" cy="8229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Gemini 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Words one short
note. Cannot write
or change a quote.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AI Directive, substation card and responder hub.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10835640" cy="6400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Google Maps Platform  ·  Earth Engine  ·  Gemini  ·  Cloud Functions  ·  Firebase Hosting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rain and wind, checked against IMD's own gauges.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Michaung, Dec 2023 (medians)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Satellite cell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IMD gauge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3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30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80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4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147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195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5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115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170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60920" y="1874519"/>
            <a:ext cx="4160520" cy="21945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611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818CF8"/>
                </a:solidFill>
                <a:latin typeface="Segoe UI Semibold"/>
              </a:rPr>
              <a:t>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017520"/>
            <a:ext cx="3611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substations, 2,678 feeders, 65,557 transformers, about 4.9 million consumers on mapped transformers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48 · 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 inside the 2015 flood extent · inside the 100-year flood-hazard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162 ·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GCC relief centres · wards they cover. Plus 124 sewerage pumping stations.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Gemini does, and what it never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Picks substation and feeder names from lists we send.
Writes one short note, or a live-day summary of our data.
Gemini 2.5 Flash on Google Cloud, no API key in the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Never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Write, reword or cite the plan quotes.
Invent a number: a note with a number not in the prompt is discarded.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Fixed answer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JSON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Names filtered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to our 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Numbers checked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against the prompt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64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Gemini down?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Same quotes, rule-based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LIVE DEMO  ·  ABOUT 4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From the live grid to the phone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29967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Live: the weather and reservoir pills, live outage notices and a substation's health grade.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7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916935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61487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Replay Michaung: press play, five steps, 6 seconds each. Rain fills in by cell, exposed substations get red rings, and IMD's own bulletin is quoted under the timeline.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48455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803903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03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48455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The AI Directive shows 6 quoted actions with page numbers. Point at a cell for its rain and IMD class; switch on the official flood maps.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35423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690871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908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35423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low-lying substation: flood facts, then Respond: quoted actions, relief centres, backup, nearest sewerage pumping station.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22391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577839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22391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Relief centre popup and section office: directions, officer contacts, one-tap call, email and map. A substation in no flood layer stays quiet.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TRACK 5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brief asks for, and what SurgeGrid delivers.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7315200"/>
              </a:tblGrid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The brief asks for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What SurgeGrid delivers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Earth Engine and real meteorological data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NASA IMERG rain, ERA5-Land wind and SRTM through Earth Engine; live Google Weather API; IMD gauges and IMD's observed cyclone track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reasoning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2.5 Flash picks targets and writes notes inside strict guardrails; on Google Cloud, no API key in the app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Exposure of critical infrastructure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286 substations with official flood-map checks, 352 section offices, 162 relief centres, 124 sewerage pumping stations, reservoir storage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Early-warning advisories for authorities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Quoted plan actions per hour and substation; copy-ready dispatch text with ward contacts; one-tap call and email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Municipal and disaster-management coordination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GCC zone and ward contacts, relief-centre officers, CMWSSB and GCC engineers beside each substation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Live today. National by design. Ready for the next city.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surgegrid.web.app: static hosting plus two small Cloud Functions. Keyless Gemini, origin allow-lists, rate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National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MoP 2021 power-sector plan and IMD cyclone classes apply across India. City plans plug in as more quotes.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Repeatable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scenario builder takes any area and date from global NASA and ECMWF data. City inputs sit in one config file.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Open public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TNEB, OpenCity, TNGIS, CMWSSB, IMD and NASA. The same method fits any coastal city with a grid map and a plan, in India or other BRICS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EVIDENCE AND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Every line on screen has a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Every plan line is a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Word for word, with plan and page. 37 quotes, each checked against the PDF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Nothing invented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left out what no plan says: wind and flood trip limits, restoration hours, plinth heights, gang and pump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Official maps, not model depths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Flood facts are official map checks. Our own flood score matched the city's 53 hotspots (AUC 0.76); we still chose to show the official maps.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site, Lighthouse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Accessibility 100. Desktop performance 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ROADMAP AND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F1F5F9"/>
                </a:solidFill>
                <a:latin typeface="Segoe UI Semibold"/>
              </a:rPr>
              <a:t>SurgeGrid AI puts the plan's own words in front of the operator, </a:t>
            </a:r>
            <a:r>
              <a:rPr sz="3400" b="0" i="0">
                <a:solidFill>
                  <a:srgbClr val="2DD4BF"/>
                </a:solidFill>
                <a:latin typeface="Segoe UI Semibold"/>
              </a:rPr>
              <a:t>with the right people one tap away.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608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More storms and cities. Substations ranked by homes in mapped flood areas. Hospital and shelter exposure. A storm-drain and manhole layer. Tamil advisories.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Pilot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TANGEDCO or GCC control room uses it as a plan-lookup and dispatch layer on its own grid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Live: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surgegrid.web.app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     Repo: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github.com/rsiva2294/surgegrid-ai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