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we built a tool a control room can trust because nothing on screen is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pain is not missing plans. It is finding and applying them under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differentiator: trust. A wrong invented trip level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four things in that order during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is the last step and cannot change the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deleted our earlier synthetic cyclone. Everything replayed is real rain and wind.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Meaningful AI work, with a safety design judges can inspect in gemini-proxy/ and geminiSopService.ts.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quote and page number: 'this is the plan's own text'.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reward honesty here; say the gaps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claim more than this; present it as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proof of engineering judgement, not a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live URL and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3291840"/>
            <a:ext cx="4023360" cy="4023360"/>
          </a:xfrm>
          <a:prstGeom prst="ellipse">
            <a:avLst/>
          </a:prstGeom>
          <a:solidFill>
            <a:srgbClr val="12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w-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HACKATHON  ·  BUILD WITH AI: CODE FOR COMMUNITIES  ·  TRACK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0" i="0">
                <a:solidFill>
                  <a:srgbClr val="F1F5F9"/>
                </a:solidFill>
                <a:latin typeface="Segoe UI Semibold"/>
              </a:rPr>
              <a:t>SurgeGrid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plan says, </a:t>
            </a:r>
            <a:r>
              <a:rPr sz="3200" b="0" i="0">
                <a:solidFill>
                  <a:srgbClr val="2DD4BF"/>
                </a:solidFill>
                <a:latin typeface="Segoe UI Semibold"/>
              </a:rPr>
              <a:t>at the substation, at the right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94A3B8"/>
                </a:solidFill>
                <a:latin typeface="Segoe UI"/>
              </a:rPr>
              <a:t>Chennai's power grid and flood console. Real rain, official maps, quoted plans.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DD4BF"/>
                </a:solidFill>
                <a:latin typeface="Segoe UI Semibold"/>
              </a:rPr>
              <a:t>surgegrid.web.app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exist. Finding the right line in time is the hard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2DD4BF"/>
                </a:solidFill>
                <a:latin typeface="Segoe UI Semibold"/>
              </a:rPr>
              <a:t>2.0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Chennai averages "barely 2.0 m above mean sea level".
GCC City Disaster Management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6 ft ·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2015 floods: water up to 6 feet in substations, and 41 substations kept off.
TANGEDCO Disaster Management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Vardah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2016 cyclone: supply cut in many parts; fallen trees delayed restoration.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303520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A control room has minutes, not hours, to find the right line for the right substation.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OUR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never give a number that forces a shut-off. So we don't invent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F1F5F9"/>
                </a:solidFill>
                <a:latin typeface="Segoe UI Semibold"/>
              </a:rPr>
              <a:t>Official plans: supply may be switched off </a:t>
            </a:r>
            <a:r>
              <a:rPr sz="2400" b="0" i="0">
                <a:solidFill>
                  <a:srgbClr val="2DD4BF"/>
                </a:solidFill>
                <a:latin typeface="Segoe UI Semibold"/>
              </a:rPr>
              <a:t>"if required"</a:t>
            </a:r>
            <a:r>
              <a:rPr sz="2400" b="0" i="0">
                <a:solidFill>
                  <a:srgbClr val="F1F5F9"/>
                </a:solidFill>
                <a:latin typeface="Segoe UI Semibold"/>
              </a:rPr>
              <a:t>. No wind speed or flood depth is given.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76732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Many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Invent thresholds and present them as rules.
A control room cannot tell which numbers are official.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6732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SurgeGrid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We checked four plans and removed every rule they do not contain.
The screen shows an operator decision, backed by the exact quote.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WHAT SURGEGRID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Four things, in the order a control room needs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1  Replay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Three real rain events, hour by hour: Michaung 2023, the 2015 floods, a Nov 2020 monsoon spell.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2 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286 substations with yard elevation and checks against official flood maps.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27024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  AI Directive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official actions for this hour, each a quote with plan and page, and the substations they apply 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27024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4  Substation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Flood facts, a copilot with quoted actions, GCC relief centres for the ward, and a backup suggestion.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Real data in. Rules choose. Quotes speak. Gemini adds one note.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NASA IMERG rain
ERA5-Land wind
SRTM terrain
OpenCity flood maps
TNEB grid
Live TANGEDCO notices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011680"/>
            <a:ext cx="2011680" cy="82296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Phase from the data:
watch, impact,
restoration.
Pick the substations.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2011680"/>
            <a:ext cx="201168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37 quotes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 for word,
with plan and page,
from four official
plans.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80" y="2011680"/>
            <a:ext cx="2011680" cy="8229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Gemini 2.5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Words one short
note. Cannot write
or change a quote.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404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Screen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AI Directive and
substation card.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440680"/>
            <a:ext cx="10835640" cy="6400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44068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Runs on Google Maps Platform  ·  Earth Engine (scenario data)  ·  Gemini via a Cloud Function  ·  Firebase Hosting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No synthetic storms. Everything replayed is real rain and wind.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Scenario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Peak rain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Total rain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Cyclone Michaung, Dec 2023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14.0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273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2015 floods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23.4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372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Monsoon spell, Nov 2020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16.8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198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60920" y="1874519"/>
            <a:ext cx="4160520" cy="21945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36118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818CF8"/>
                </a:solidFill>
                <a:latin typeface="Segoe UI Semibold"/>
              </a:rPr>
              <a:t>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017520"/>
            <a:ext cx="3611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substations, 2,678 feeders, 65,557 transformers, about 4.9 million consumers on mapped transformers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48 · 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 inside the 2015 flood extent · inside the 100-year flood-hazard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162 · 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GCC relief centres · wards they 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Gemini does, and what it never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Picks substation and feeder names from lists we send.
Writes one short note.
Gemini 2.5 Flash on Google Cloud, no API key in the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Never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Write, reword or cite the plan quotes.
Invent a number: a note with a number not in the prompt is discarded.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GUARDRAILS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Fixed answer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JSON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7288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Names filtered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to our lists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Numbers checked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against the prompt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64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4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Gemini down?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Same quotes, rule-based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LIVE DEMO  · 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Watch one storm go from watch to restoration.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29967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the site. Michaung starts at T-24h. The AI Directive shows 6 quoted actions with page numbers.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7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916935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693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61487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Press play at 4x. The directive moves to impact, then restoration.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48455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803903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039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48455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low-lying substation: flood facts, official flood maps, copilot, relief centre and backup.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35423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690871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908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35423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substation inside no flood layer. It stays quiet: no false alarms.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22391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577839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778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22391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Switch to the 2015 scenario. Turn on the relief-centre layer.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TRACK 5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brief asks, what we deliver, and the honest gaps.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10835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154680"/>
              </a:tblGrid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The brief asks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We deliver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Honest gap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Earth Engine + real met data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IMERG rain, ERA5-Land wind, SRTM; Google Weather API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Wind is an area average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Simulate storm scenarios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Three real hindcasts, hour by hour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storm surge or track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Map grid and shelter exposure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286 substations checked; 162 relief centres by ward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Centres have no coordinates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Early-warning advisories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Quoted actions per hour and substation; copy-SMS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automatic dispatch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reasoning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2.5 Flash notes with guardrails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Not multimodal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BUILT FOR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Live today. National by design. Chennai only, for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10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surgegrid.web.app: static hosting plus one small Cloud Function. Keyless Gemini, origin allow-list, rate limit.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National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MoP 2021 power-sector plan and IMD cyclone classes apply across India. City plans plug in as more quotes.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Repeatable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scenario builder takes any area and date. City inputs sit in one config file.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The honest bit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Chennai only today. A new city needs its grid data, its local plan and its flood layers.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EVIDENCE AND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We removed what we couldn't source, and say 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Every plan line is a quote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Word for word, with plan and page. 37 quotes, each checked against the PDF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Removed: no plan says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Wind and flood trip limits, restoration hours, a five-stage protocol, plinth heights, gang and pump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Official maps, not model depths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Our flood score matched the city's 53 hotspots (AUC 0.76) but not the 2015 satellite map. So we show map checks.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site, Lighthouse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Accessibility 100. Desktop performance 91. Mobile performance 54, and we say so.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ROADMAP AND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0" i="0">
                <a:solidFill>
                  <a:srgbClr val="F1F5F9"/>
                </a:solidFill>
                <a:latin typeface="Segoe UI Semibold"/>
              </a:rPr>
              <a:t>SurgeGrid AI puts the plan's own words in front of the operator, </a:t>
            </a:r>
            <a:r>
              <a:rPr sz="3400" b="0" i="0">
                <a:solidFill>
                  <a:srgbClr val="2DD4BF"/>
                </a:solidFill>
                <a:latin typeface="Segoe UI Semibold"/>
              </a:rPr>
              <a:t>and makes no rule 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2608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04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More cities. Substations ranked by homes in mapped flood areas. Hospital and shelter exposure. Tamil advisories. Faster mobile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3484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17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Pilot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029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A TANGEDCO or GCC control room uses it as a plan-lookup layer on its own grid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4A3B8"/>
                </a:solidFill>
                <a:latin typeface="Segoe UI"/>
              </a:rPr>
              <a:t>Live: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surgegrid.web.app</a:t>
            </a:r>
            <a:r>
              <a:rPr sz="1500" b="0" i="0">
                <a:solidFill>
                  <a:srgbClr val="94A3B8"/>
                </a:solidFill>
                <a:latin typeface="Segoe UI"/>
              </a:rPr>
              <a:t>     Repo: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github.com/rsiva2294/surgegrid-ai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