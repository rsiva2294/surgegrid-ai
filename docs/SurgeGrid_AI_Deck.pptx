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four things in that order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checked our satellite rain station by station against IMD's own gauges (18 gauges matched by exact name, coordinates from the Tamil Nadu gauge list; 7, 16 and 10 stations on 3, 4 and 5 Dec). The satellite cell held about a third of the gauge total on 3 Dec and three-fifths to three-quarters after, so the early steps look quieter than the gauges say. We show that and do not scale it up; the gauges are drawn on the map as squares. Our wind (37 km/h) is also below IMD's Chennai stations (56 to 68 km/h, gusts 75 to 90). We deleted our earlier synthetic cyclone and two other events to focus on one real storm.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quote and page number: 'this is the plan's own text'.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honesty here; say the gaps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more than this; present it as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Cyclone Michaung in five steps: two before the peak, the peak, two after. Rain by area on the map.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substations: yard elevation, official flood maps, and an exposed-now list at each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Substation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facts, a copilot with quoted actions, GCC relief centres for the ward, and a backup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
ERA5-Land wind
SRTM terrain
OpenCity flood maps
TNEB grid
Live TANGEDCO notices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 and
substation card.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Runs on Google Maps Platform  ·  Earth Engine (scenario data)  ·  Gemini via a Cloud Function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No synthetic storms. Everything replayed is real rain and wind.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Michaung, Dec 2023 (medians)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Satellite cell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IMD gauge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3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80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4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147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24 h to 08:30 IST, 5 Dec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115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170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note, or a live-day summary of our data.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Watch one storm go from watch to restoration.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the site, pick Michaung. It starts at T-24h. The satellite rain is nearly clear (IMD's gauges read higher). The AI Directive shows 6 quoted actions with page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Press play: five steps, 6 seconds each. Rain fills in by cell, exposed substations get red rings, and IMD's own bulletin for each step is quoted under the timeline.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Point at a cell for its 24-hour rain and IMD class. Switch on the fixed official flood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status line, Overview (flood facts), then Respond: copilot actions, relief centre, backup.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substation inside no flood layer. It stays quiet: no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asks, what we deliver, and the honest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15468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We deliver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Honest gap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+ real met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IMERG rain, ERA5-Land wind, SRTM; Google Weather API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Wind is an area average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Simulate storm scenarios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One real hindcast (Michaung), five steps, rain by area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storm surge or track; no flood prediction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Map grid and shelter exposure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checked; 162 relief centres by ward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Centres have no coordinates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actions per hour and substation; copy-SMS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automatic dispatch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notes with guardrails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Not multimodal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Chennai only, for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one small Cloud Function. Keyless Gemini, origin allow-list, rate limit.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The honest 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Chennai only today. A new city needs its grid data, its local plan and its flood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We removed what we couldn't source, and say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Removed: no plan says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Wind and flood trip limits, restoration hours, a five-stage protocol,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Our flood score matched the city's 53 hotspots (AUC 0.76) but not the 2015 satellite map. So we show map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 Mobile performance 54, and we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and makes no rule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storms and cities. Substations ranked by homes in mapped flood areas. Hospital and shelter exposure. Finer rain data. Tamil advisories. Faster mobile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