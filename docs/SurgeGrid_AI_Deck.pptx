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four things in that order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deleted our earlier synthetic cyclone. Everything replayed is real rain and 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quote and page number: 'this is the plan's own text'.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honesty here; say the gaps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more than this; present it as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Three real rain events, hour by hour: Michaung 2023, the 2015 floods, a Nov 2020 monsoon spell.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 with yard elevation and checks against official flood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Substation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facts, a copilot with quoted actions, GCC relief centres for the ward, and a backup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
ERA5-Land wind
SRTM terrain
OpenCity flood maps
TNEB grid
Live TANGEDCO notices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 and
substation card.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Runs on Google Maps Platform  ·  Earth Engine (scenario data)  ·  Gemini via a Cloud Function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No synthetic storms. Everything replayed is real rain and wind.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Scenario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Peak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Total rain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Cyclone Michaung, Dec 2023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14.0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273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2015 floods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23.4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372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Monsoon spell, Nov 2020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16.8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198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Watch one storm go from watch to restoration.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the site. Michaung starts at T-24h. The AI Directive shows 6 quoted actions with page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Press play at 4x. The directive moves to impact, then restoration.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status line, then Crisis &amp; Contacts: copilot actions, flood facts, official flood maps, relief centre, backup.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substation inside no flood layer. It stays quiet: no false alarms.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Switch to the 2015 scenario. Turn on the relief-centre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asks, what we deliver, and the honest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15468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We deliver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Honest gap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+ real met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IMERG rain, ERA5-Land wind, SRTM; Google Weather API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Wind is an area average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Simulate storm scenarios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Three real hindcasts, hour by hour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storm surge or track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Map grid and shelter exposure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checked; 162 relief centres by ward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Centres have no coordinates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actions per hour and substation; copy-SMS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automatic dispatch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notes with guardrails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Not multimodal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Chennai only, for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one small Cloud Function. Keyless Gemini, origin allow-list, rate limit.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The honest 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Chennai only today. A new city needs its grid data, its local plan and its flood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We removed what we couldn't source, and say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Removed: no plan says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Wind and flood trip limits, restoration hours, a five-stage protocol,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Our flood score matched the city's 53 hotspots (AUC 0.76) but not the 2015 satellite map. So we show map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 Mobile performance 54, and we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and makes no rule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cities. Substations ranked by homes in mapped flood areas. Hospital and shelter exposure. Tamil advisories. Faster mobile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